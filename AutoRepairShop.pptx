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07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34975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02920" y="1627632"/>
            <a:ext cx="109728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Repair Shop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337560"/>
            <a:ext cx="1271016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3337560"/>
            <a:ext cx="2578608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2157984" y="33375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3337560"/>
            <a:ext cx="9144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84632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3337560"/>
            <a:ext cx="676656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870448" y="333756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56832" y="3337560"/>
            <a:ext cx="1389888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6656832" y="3337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Szikora Bálint  ·  Borsos Imre  ·  Class 13/C  ·  Bolyai János Technikum  · 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765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37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3464" y="408536"/>
            <a:ext cx="4206240" cy="42519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92064" y="609704"/>
            <a:ext cx="4572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92064" y="60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8136" y="609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Szikora Bálint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8136" y="911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2064" y="1258928"/>
            <a:ext cx="374904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392064" y="1414376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10936" y="14143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SQL schema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2064" y="1944728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10936" y="1944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 hashing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2064" y="2475080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10936" y="2475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logic &amp; availability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2064" y="3005432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10936" y="30054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routes (Express 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2064" y="3535784"/>
            <a:ext cx="3749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10936" y="35357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 real-time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9744" y="408536"/>
            <a:ext cx="42062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4918344" y="609704"/>
            <a:ext cx="4572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4918344" y="60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⚛️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94416" y="609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Borsos Imre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94416" y="911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8344" y="1258928"/>
            <a:ext cx="37490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4918344" y="1414376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5037216" y="14143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component architecture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18344" y="1944728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5037216" y="1944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8344" y="2475080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5037216" y="2475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+ routing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18344" y="3005432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5037216" y="30054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styling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18344" y="3535784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5037216" y="35357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" y="4815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Tools: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0020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160020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333756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507492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4779368"/>
            <a:ext cx="155448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6812280" y="4779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+ tsx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8404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appointment booking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11480" y="202082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02082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data stored inconsistently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11480" y="282549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8254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repair status tracking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584448"/>
            <a:ext cx="3840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11480" y="363016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630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admin overview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79392" y="2331720"/>
            <a:ext cx="585216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4261104" y="2322576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983480" y="685800"/>
            <a:ext cx="384048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983480" y="685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170432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074920" y="1216152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12161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calendar-based booking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1975104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074920" y="2020824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23560" y="202082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registry per user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2779776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5074920" y="282549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23560" y="28254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updates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3621024"/>
            <a:ext cx="3840480" cy="6766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5074920" y="364845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🖥</a:t>
            </a:r>
          </a:p>
        </p:txBody>
      </p:sp>
      <p:sp>
        <p:nvSpPr>
          <p:cNvPr id="33" name="Text 31"/>
          <p:cNvSpPr/>
          <p:nvPr/>
        </p:nvSpPr>
        <p:spPr>
          <a:xfrm>
            <a:off x="5623560" y="3630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dashboard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Customers - booking, vehicle overview, status tracking    🔧  Admins - manage all bookings, update statuses, send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6060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33856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46504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build 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4448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/ AuthProvider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197096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0292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fetch API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658368"/>
            <a:ext cx="260604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291840" y="658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54680" y="1133856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3337560" y="1133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1746504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337560" y="17465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2359152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3337560" y="23591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/api/*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971800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3337560" y="2971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54680" y="3584448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3337560" y="35844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layers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54680" y="4197096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333756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 real-time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658368"/>
            <a:ext cx="2606040" cy="4754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6126480" y="658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89320" y="1133856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6172200" y="1133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(relational)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1746504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6172200" y="174650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main tables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89320" y="2359152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6172200" y="23591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cars, bookings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2971800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6172200" y="2971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notifications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3584448"/>
            <a:ext cx="2606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3" name="Text 41"/>
          <p:cNvSpPr/>
          <p:nvPr/>
        </p:nvSpPr>
        <p:spPr>
          <a:xfrm>
            <a:off x="6172200" y="35844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mysql2/promise pool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4197096"/>
            <a:ext cx="260604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Text 43"/>
          <p:cNvSpPr/>
          <p:nvPr/>
        </p:nvSpPr>
        <p:spPr>
          <a:xfrm>
            <a:off x="6172200" y="41970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queries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9260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7607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5 Tables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00106"/>
            <a:ext cx="25603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694944" y="60010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002442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/>
          <p:cNvSpPr/>
          <p:nvPr/>
        </p:nvSpPr>
        <p:spPr>
          <a:xfrm>
            <a:off x="347472" y="1066450"/>
            <a:ext cx="2560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347472" y="106645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" y="100244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03120" y="1066450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2103120" y="106645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1331626"/>
            <a:ext cx="256032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347472" y="1395634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658368" y="133162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03120" y="1395634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4"/>
          <p:cNvSpPr/>
          <p:nvPr/>
        </p:nvSpPr>
        <p:spPr>
          <a:xfrm>
            <a:off x="2103120" y="139563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1660810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6"/>
          <p:cNvSpPr/>
          <p:nvPr/>
        </p:nvSpPr>
        <p:spPr>
          <a:xfrm>
            <a:off x="347472" y="1724818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7"/>
          <p:cNvSpPr/>
          <p:nvPr/>
        </p:nvSpPr>
        <p:spPr>
          <a:xfrm>
            <a:off x="658368" y="166081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103120" y="1724818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19"/>
          <p:cNvSpPr/>
          <p:nvPr/>
        </p:nvSpPr>
        <p:spPr>
          <a:xfrm>
            <a:off x="2103120" y="172481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74320" y="1989994"/>
            <a:ext cx="256032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21"/>
          <p:cNvSpPr/>
          <p:nvPr/>
        </p:nvSpPr>
        <p:spPr>
          <a:xfrm>
            <a:off x="347472" y="2054002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2"/>
          <p:cNvSpPr/>
          <p:nvPr/>
        </p:nvSpPr>
        <p:spPr>
          <a:xfrm>
            <a:off x="658368" y="198999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03120" y="2054002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4"/>
          <p:cNvSpPr/>
          <p:nvPr/>
        </p:nvSpPr>
        <p:spPr>
          <a:xfrm>
            <a:off x="2103120" y="205400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2319178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6"/>
          <p:cNvSpPr/>
          <p:nvPr/>
        </p:nvSpPr>
        <p:spPr>
          <a:xfrm>
            <a:off x="347472" y="2383186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7"/>
          <p:cNvSpPr/>
          <p:nvPr/>
        </p:nvSpPr>
        <p:spPr>
          <a:xfrm>
            <a:off x="658368" y="231917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103120" y="2383186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29"/>
          <p:cNvSpPr/>
          <p:nvPr/>
        </p:nvSpPr>
        <p:spPr>
          <a:xfrm>
            <a:off x="2103120" y="238318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74320" y="2648362"/>
            <a:ext cx="256032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31"/>
          <p:cNvSpPr/>
          <p:nvPr/>
        </p:nvSpPr>
        <p:spPr>
          <a:xfrm>
            <a:off x="347472" y="2712370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2"/>
          <p:cNvSpPr/>
          <p:nvPr/>
        </p:nvSpPr>
        <p:spPr>
          <a:xfrm>
            <a:off x="658368" y="264836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103120" y="2712370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4"/>
          <p:cNvSpPr/>
          <p:nvPr/>
        </p:nvSpPr>
        <p:spPr>
          <a:xfrm>
            <a:off x="2103120" y="271237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74320" y="2977546"/>
            <a:ext cx="2560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36"/>
          <p:cNvSpPr/>
          <p:nvPr/>
        </p:nvSpPr>
        <p:spPr>
          <a:xfrm>
            <a:off x="3154680" y="600106"/>
            <a:ext cx="25603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7"/>
          <p:cNvSpPr/>
          <p:nvPr/>
        </p:nvSpPr>
        <p:spPr>
          <a:xfrm>
            <a:off x="3575304" y="60010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3154680" y="1002442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3" name="Shape 39"/>
          <p:cNvSpPr/>
          <p:nvPr/>
        </p:nvSpPr>
        <p:spPr>
          <a:xfrm>
            <a:off x="3227832" y="1066450"/>
            <a:ext cx="2560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0"/>
          <p:cNvSpPr/>
          <p:nvPr/>
        </p:nvSpPr>
        <p:spPr>
          <a:xfrm>
            <a:off x="3227832" y="106645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3538728" y="100244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983480" y="1066450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3"/>
          <p:cNvSpPr/>
          <p:nvPr/>
        </p:nvSpPr>
        <p:spPr>
          <a:xfrm>
            <a:off x="4983480" y="106645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154680" y="1331626"/>
            <a:ext cx="256032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Shape 45"/>
          <p:cNvSpPr/>
          <p:nvPr/>
        </p:nvSpPr>
        <p:spPr>
          <a:xfrm>
            <a:off x="3227832" y="1395634"/>
            <a:ext cx="256032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0" name="Text 46"/>
          <p:cNvSpPr/>
          <p:nvPr/>
        </p:nvSpPr>
        <p:spPr>
          <a:xfrm>
            <a:off x="3227832" y="139563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3538728" y="133162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owner_id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4983480" y="1395634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3" name="Text 49"/>
          <p:cNvSpPr/>
          <p:nvPr/>
        </p:nvSpPr>
        <p:spPr>
          <a:xfrm>
            <a:off x="4983480" y="139563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3154680" y="1660810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Shape 51"/>
          <p:cNvSpPr/>
          <p:nvPr/>
        </p:nvSpPr>
        <p:spPr>
          <a:xfrm>
            <a:off x="3227832" y="1724818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6" name="Text 52"/>
          <p:cNvSpPr/>
          <p:nvPr/>
        </p:nvSpPr>
        <p:spPr>
          <a:xfrm>
            <a:off x="3538728" y="166081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license_plate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4983480" y="1724818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8" name="Text 54"/>
          <p:cNvSpPr/>
          <p:nvPr/>
        </p:nvSpPr>
        <p:spPr>
          <a:xfrm>
            <a:off x="4983480" y="172481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3154680" y="1989994"/>
            <a:ext cx="256032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0" name="Shape 56"/>
          <p:cNvSpPr/>
          <p:nvPr/>
        </p:nvSpPr>
        <p:spPr>
          <a:xfrm>
            <a:off x="3227832" y="2054002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1" name="Text 57"/>
          <p:cNvSpPr/>
          <p:nvPr/>
        </p:nvSpPr>
        <p:spPr>
          <a:xfrm>
            <a:off x="3538728" y="198999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4983480" y="2054002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3" name="Text 59"/>
          <p:cNvSpPr/>
          <p:nvPr/>
        </p:nvSpPr>
        <p:spPr>
          <a:xfrm>
            <a:off x="4983480" y="205400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3154680" y="2319178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5" name="Shape 61"/>
          <p:cNvSpPr/>
          <p:nvPr/>
        </p:nvSpPr>
        <p:spPr>
          <a:xfrm>
            <a:off x="3227832" y="2383186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6" name="Text 62"/>
          <p:cNvSpPr/>
          <p:nvPr/>
        </p:nvSpPr>
        <p:spPr>
          <a:xfrm>
            <a:off x="3538728" y="231917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brand_group</a:t>
            </a:r>
            <a:endParaRPr lang="en-US" sz="1100" dirty="0"/>
          </a:p>
        </p:txBody>
      </p:sp>
      <p:sp>
        <p:nvSpPr>
          <p:cNvPr id="67" name="Shape 63"/>
          <p:cNvSpPr/>
          <p:nvPr/>
        </p:nvSpPr>
        <p:spPr>
          <a:xfrm>
            <a:off x="4983480" y="2383186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8" name="Text 64"/>
          <p:cNvSpPr/>
          <p:nvPr/>
        </p:nvSpPr>
        <p:spPr>
          <a:xfrm>
            <a:off x="4983480" y="238318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3154680" y="2648362"/>
            <a:ext cx="256032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0" name="Shape 66"/>
          <p:cNvSpPr/>
          <p:nvPr/>
        </p:nvSpPr>
        <p:spPr>
          <a:xfrm>
            <a:off x="3227832" y="2712370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1" name="Text 67"/>
          <p:cNvSpPr/>
          <p:nvPr/>
        </p:nvSpPr>
        <p:spPr>
          <a:xfrm>
            <a:off x="3538728" y="264836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4983480" y="2712370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3" name="Text 69"/>
          <p:cNvSpPr/>
          <p:nvPr/>
        </p:nvSpPr>
        <p:spPr>
          <a:xfrm>
            <a:off x="4983480" y="271237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00" dirty="0"/>
          </a:p>
        </p:txBody>
      </p:sp>
      <p:sp>
        <p:nvSpPr>
          <p:cNvPr id="74" name="Shape 70"/>
          <p:cNvSpPr/>
          <p:nvPr/>
        </p:nvSpPr>
        <p:spPr>
          <a:xfrm>
            <a:off x="3154680" y="2977546"/>
            <a:ext cx="2560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5" name="Shape 71"/>
          <p:cNvSpPr/>
          <p:nvPr/>
        </p:nvSpPr>
        <p:spPr>
          <a:xfrm>
            <a:off x="6035040" y="600106"/>
            <a:ext cx="265176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7" name="Text 72"/>
          <p:cNvSpPr/>
          <p:nvPr/>
        </p:nvSpPr>
        <p:spPr>
          <a:xfrm>
            <a:off x="6455664" y="60010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300" dirty="0"/>
          </a:p>
        </p:txBody>
      </p:sp>
      <p:sp>
        <p:nvSpPr>
          <p:cNvPr id="78" name="Shape 73"/>
          <p:cNvSpPr/>
          <p:nvPr/>
        </p:nvSpPr>
        <p:spPr>
          <a:xfrm>
            <a:off x="6035040" y="1002442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9" name="Shape 74"/>
          <p:cNvSpPr/>
          <p:nvPr/>
        </p:nvSpPr>
        <p:spPr>
          <a:xfrm>
            <a:off x="6108192" y="1066450"/>
            <a:ext cx="2560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0" name="Text 75"/>
          <p:cNvSpPr/>
          <p:nvPr/>
        </p:nvSpPr>
        <p:spPr>
          <a:xfrm>
            <a:off x="6108192" y="106645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81" name="Text 76"/>
          <p:cNvSpPr/>
          <p:nvPr/>
        </p:nvSpPr>
        <p:spPr>
          <a:xfrm>
            <a:off x="6419088" y="1002442"/>
            <a:ext cx="1458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82" name="Shape 77"/>
          <p:cNvSpPr/>
          <p:nvPr/>
        </p:nvSpPr>
        <p:spPr>
          <a:xfrm>
            <a:off x="7955280" y="1066450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3" name="Text 78"/>
          <p:cNvSpPr/>
          <p:nvPr/>
        </p:nvSpPr>
        <p:spPr>
          <a:xfrm>
            <a:off x="7955280" y="106645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84" name="Shape 79"/>
          <p:cNvSpPr/>
          <p:nvPr/>
        </p:nvSpPr>
        <p:spPr>
          <a:xfrm>
            <a:off x="6035040" y="1331626"/>
            <a:ext cx="265176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5" name="Shape 80"/>
          <p:cNvSpPr/>
          <p:nvPr/>
        </p:nvSpPr>
        <p:spPr>
          <a:xfrm>
            <a:off x="6108192" y="1395634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6" name="Text 81"/>
          <p:cNvSpPr/>
          <p:nvPr/>
        </p:nvSpPr>
        <p:spPr>
          <a:xfrm>
            <a:off x="6419088" y="1331626"/>
            <a:ext cx="1458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87" name="Shape 82"/>
          <p:cNvSpPr/>
          <p:nvPr/>
        </p:nvSpPr>
        <p:spPr>
          <a:xfrm>
            <a:off x="7955280" y="1395634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8" name="Text 83"/>
          <p:cNvSpPr/>
          <p:nvPr/>
        </p:nvSpPr>
        <p:spPr>
          <a:xfrm>
            <a:off x="7955280" y="139563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89" name="Shape 84"/>
          <p:cNvSpPr/>
          <p:nvPr/>
        </p:nvSpPr>
        <p:spPr>
          <a:xfrm>
            <a:off x="6035040" y="1660810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0" name="Shape 85"/>
          <p:cNvSpPr/>
          <p:nvPr/>
        </p:nvSpPr>
        <p:spPr>
          <a:xfrm>
            <a:off x="6108192" y="1724818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1" name="Text 86"/>
          <p:cNvSpPr/>
          <p:nvPr/>
        </p:nvSpPr>
        <p:spPr>
          <a:xfrm>
            <a:off x="6419088" y="1660810"/>
            <a:ext cx="1458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100" dirty="0"/>
          </a:p>
        </p:txBody>
      </p:sp>
      <p:sp>
        <p:nvSpPr>
          <p:cNvPr id="92" name="Shape 87"/>
          <p:cNvSpPr/>
          <p:nvPr/>
        </p:nvSpPr>
        <p:spPr>
          <a:xfrm>
            <a:off x="7955280" y="1724818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3" name="Text 88"/>
          <p:cNvSpPr/>
          <p:nvPr/>
        </p:nvSpPr>
        <p:spPr>
          <a:xfrm>
            <a:off x="7955280" y="172481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00" dirty="0"/>
          </a:p>
        </p:txBody>
      </p:sp>
      <p:sp>
        <p:nvSpPr>
          <p:cNvPr id="94" name="Shape 89"/>
          <p:cNvSpPr/>
          <p:nvPr/>
        </p:nvSpPr>
        <p:spPr>
          <a:xfrm>
            <a:off x="6035040" y="1989994"/>
            <a:ext cx="265176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5" name="Shape 90"/>
          <p:cNvSpPr/>
          <p:nvPr/>
        </p:nvSpPr>
        <p:spPr>
          <a:xfrm>
            <a:off x="6108192" y="2054002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6" name="Text 91"/>
          <p:cNvSpPr/>
          <p:nvPr/>
        </p:nvSpPr>
        <p:spPr>
          <a:xfrm>
            <a:off x="6419088" y="1989994"/>
            <a:ext cx="1458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work_hours</a:t>
            </a:r>
            <a:endParaRPr lang="en-US" sz="1100" dirty="0"/>
          </a:p>
        </p:txBody>
      </p:sp>
      <p:sp>
        <p:nvSpPr>
          <p:cNvPr id="97" name="Shape 92"/>
          <p:cNvSpPr/>
          <p:nvPr/>
        </p:nvSpPr>
        <p:spPr>
          <a:xfrm>
            <a:off x="7955280" y="2054002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8" name="Text 93"/>
          <p:cNvSpPr/>
          <p:nvPr/>
        </p:nvSpPr>
        <p:spPr>
          <a:xfrm>
            <a:off x="7955280" y="205400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00" dirty="0"/>
          </a:p>
        </p:txBody>
      </p:sp>
      <p:sp>
        <p:nvSpPr>
          <p:cNvPr id="99" name="Shape 94"/>
          <p:cNvSpPr/>
          <p:nvPr/>
        </p:nvSpPr>
        <p:spPr>
          <a:xfrm>
            <a:off x="6035040" y="2319178"/>
            <a:ext cx="265176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0" name="Shape 95"/>
          <p:cNvSpPr/>
          <p:nvPr/>
        </p:nvSpPr>
        <p:spPr>
          <a:xfrm>
            <a:off x="259568" y="3174095"/>
            <a:ext cx="439928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2" name="Text 96"/>
          <p:cNvSpPr/>
          <p:nvPr/>
        </p:nvSpPr>
        <p:spPr>
          <a:xfrm>
            <a:off x="690870" y="3174095"/>
            <a:ext cx="3967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</a:t>
            </a:r>
            <a:endParaRPr lang="en-US" sz="1300" dirty="0"/>
          </a:p>
        </p:txBody>
      </p:sp>
      <p:sp>
        <p:nvSpPr>
          <p:cNvPr id="103" name="Shape 97"/>
          <p:cNvSpPr/>
          <p:nvPr/>
        </p:nvSpPr>
        <p:spPr>
          <a:xfrm>
            <a:off x="259568" y="3445088"/>
            <a:ext cx="4399280" cy="209481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4" name="Shape 98"/>
          <p:cNvSpPr/>
          <p:nvPr/>
        </p:nvSpPr>
        <p:spPr>
          <a:xfrm>
            <a:off x="332720" y="3480561"/>
            <a:ext cx="241529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5" name="Text 99"/>
          <p:cNvSpPr/>
          <p:nvPr/>
        </p:nvSpPr>
        <p:spPr>
          <a:xfrm>
            <a:off x="332720" y="3480561"/>
            <a:ext cx="2415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6" name="Text 100"/>
          <p:cNvSpPr/>
          <p:nvPr/>
        </p:nvSpPr>
        <p:spPr>
          <a:xfrm>
            <a:off x="654294" y="3445088"/>
            <a:ext cx="2419604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07" name="Shape 101"/>
          <p:cNvSpPr/>
          <p:nvPr/>
        </p:nvSpPr>
        <p:spPr>
          <a:xfrm>
            <a:off x="3950925" y="3495262"/>
            <a:ext cx="621075" cy="1280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8" name="Text 102"/>
          <p:cNvSpPr/>
          <p:nvPr/>
        </p:nvSpPr>
        <p:spPr>
          <a:xfrm>
            <a:off x="3950925" y="3495262"/>
            <a:ext cx="6210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09" name="Shape 103"/>
          <p:cNvSpPr/>
          <p:nvPr/>
        </p:nvSpPr>
        <p:spPr>
          <a:xfrm>
            <a:off x="259568" y="3652446"/>
            <a:ext cx="4399280" cy="209481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0" name="Shape 104"/>
          <p:cNvSpPr/>
          <p:nvPr/>
        </p:nvSpPr>
        <p:spPr>
          <a:xfrm>
            <a:off x="332720" y="3700015"/>
            <a:ext cx="241529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1" name="Text 105"/>
          <p:cNvSpPr/>
          <p:nvPr/>
        </p:nvSpPr>
        <p:spPr>
          <a:xfrm>
            <a:off x="332720" y="3700015"/>
            <a:ext cx="2415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12" name="Text 106"/>
          <p:cNvSpPr/>
          <p:nvPr/>
        </p:nvSpPr>
        <p:spPr>
          <a:xfrm>
            <a:off x="643616" y="3652446"/>
            <a:ext cx="2419604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100" dirty="0"/>
          </a:p>
        </p:txBody>
      </p:sp>
      <p:sp>
        <p:nvSpPr>
          <p:cNvPr id="113" name="Shape 107"/>
          <p:cNvSpPr/>
          <p:nvPr/>
        </p:nvSpPr>
        <p:spPr>
          <a:xfrm>
            <a:off x="3940247" y="3702620"/>
            <a:ext cx="621075" cy="1280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4" name="Text 108"/>
          <p:cNvSpPr/>
          <p:nvPr/>
        </p:nvSpPr>
        <p:spPr>
          <a:xfrm>
            <a:off x="3940247" y="3702620"/>
            <a:ext cx="6210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15" name="Shape 109"/>
          <p:cNvSpPr/>
          <p:nvPr/>
        </p:nvSpPr>
        <p:spPr>
          <a:xfrm>
            <a:off x="259568" y="3861927"/>
            <a:ext cx="4399280" cy="209481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6" name="Shape 110"/>
          <p:cNvSpPr/>
          <p:nvPr/>
        </p:nvSpPr>
        <p:spPr>
          <a:xfrm>
            <a:off x="332720" y="3902283"/>
            <a:ext cx="241529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7" name="Text 111"/>
          <p:cNvSpPr/>
          <p:nvPr/>
        </p:nvSpPr>
        <p:spPr>
          <a:xfrm>
            <a:off x="332720" y="3902283"/>
            <a:ext cx="2415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18" name="Text 112"/>
          <p:cNvSpPr/>
          <p:nvPr/>
        </p:nvSpPr>
        <p:spPr>
          <a:xfrm>
            <a:off x="643616" y="3861927"/>
            <a:ext cx="2419604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car_id</a:t>
            </a:r>
            <a:endParaRPr lang="en-US" sz="1100" dirty="0"/>
          </a:p>
        </p:txBody>
      </p:sp>
      <p:sp>
        <p:nvSpPr>
          <p:cNvPr id="119" name="Shape 113"/>
          <p:cNvSpPr/>
          <p:nvPr/>
        </p:nvSpPr>
        <p:spPr>
          <a:xfrm>
            <a:off x="3940247" y="3912101"/>
            <a:ext cx="621075" cy="1280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0" name="Text 114"/>
          <p:cNvSpPr/>
          <p:nvPr/>
        </p:nvSpPr>
        <p:spPr>
          <a:xfrm>
            <a:off x="3940247" y="3912101"/>
            <a:ext cx="6210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21" name="Shape 115"/>
          <p:cNvSpPr/>
          <p:nvPr/>
        </p:nvSpPr>
        <p:spPr>
          <a:xfrm>
            <a:off x="259568" y="4071408"/>
            <a:ext cx="4399280" cy="209481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2" name="Shape 116"/>
          <p:cNvSpPr/>
          <p:nvPr/>
        </p:nvSpPr>
        <p:spPr>
          <a:xfrm>
            <a:off x="332720" y="4118171"/>
            <a:ext cx="241529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3" name="Text 117"/>
          <p:cNvSpPr/>
          <p:nvPr/>
        </p:nvSpPr>
        <p:spPr>
          <a:xfrm>
            <a:off x="332720" y="4118171"/>
            <a:ext cx="2415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24" name="Text 118"/>
          <p:cNvSpPr/>
          <p:nvPr/>
        </p:nvSpPr>
        <p:spPr>
          <a:xfrm>
            <a:off x="643616" y="4071408"/>
            <a:ext cx="2419604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service_id</a:t>
            </a:r>
            <a:endParaRPr lang="en-US" sz="1100" dirty="0"/>
          </a:p>
        </p:txBody>
      </p:sp>
      <p:sp>
        <p:nvSpPr>
          <p:cNvPr id="125" name="Shape 119"/>
          <p:cNvSpPr/>
          <p:nvPr/>
        </p:nvSpPr>
        <p:spPr>
          <a:xfrm>
            <a:off x="3940247" y="4121582"/>
            <a:ext cx="621075" cy="1280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6" name="Text 120"/>
          <p:cNvSpPr/>
          <p:nvPr/>
        </p:nvSpPr>
        <p:spPr>
          <a:xfrm>
            <a:off x="3940247" y="4121582"/>
            <a:ext cx="6210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27" name="Shape 121"/>
          <p:cNvSpPr/>
          <p:nvPr/>
        </p:nvSpPr>
        <p:spPr>
          <a:xfrm>
            <a:off x="259568" y="4280889"/>
            <a:ext cx="4399280" cy="209481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8" name="Shape 122"/>
          <p:cNvSpPr/>
          <p:nvPr/>
        </p:nvSpPr>
        <p:spPr>
          <a:xfrm>
            <a:off x="332720" y="4322082"/>
            <a:ext cx="241529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9" name="Text 123"/>
          <p:cNvSpPr/>
          <p:nvPr/>
        </p:nvSpPr>
        <p:spPr>
          <a:xfrm>
            <a:off x="643616" y="4280889"/>
            <a:ext cx="2419604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/ hours / cost</a:t>
            </a:r>
            <a:endParaRPr lang="en-US" sz="1100" dirty="0"/>
          </a:p>
        </p:txBody>
      </p:sp>
      <p:sp>
        <p:nvSpPr>
          <p:cNvPr id="130" name="Shape 124"/>
          <p:cNvSpPr/>
          <p:nvPr/>
        </p:nvSpPr>
        <p:spPr>
          <a:xfrm>
            <a:off x="3644466" y="4331063"/>
            <a:ext cx="927534" cy="1280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1" name="Text 125"/>
          <p:cNvSpPr/>
          <p:nvPr/>
        </p:nvSpPr>
        <p:spPr>
          <a:xfrm>
            <a:off x="3813765" y="4331063"/>
            <a:ext cx="6210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VARIOUS</a:t>
            </a:r>
            <a:endParaRPr lang="en-US" sz="800" dirty="0"/>
          </a:p>
        </p:txBody>
      </p:sp>
      <p:sp>
        <p:nvSpPr>
          <p:cNvPr id="132" name="Shape 126"/>
          <p:cNvSpPr/>
          <p:nvPr/>
        </p:nvSpPr>
        <p:spPr>
          <a:xfrm>
            <a:off x="259568" y="4490370"/>
            <a:ext cx="4399280" cy="209481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3" name="Shape 127"/>
          <p:cNvSpPr/>
          <p:nvPr/>
        </p:nvSpPr>
        <p:spPr>
          <a:xfrm>
            <a:off x="332720" y="4514106"/>
            <a:ext cx="241529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4" name="Text 128"/>
          <p:cNvSpPr/>
          <p:nvPr/>
        </p:nvSpPr>
        <p:spPr>
          <a:xfrm>
            <a:off x="658368" y="4464230"/>
            <a:ext cx="2419604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135" name="Shape 129"/>
          <p:cNvSpPr/>
          <p:nvPr/>
        </p:nvSpPr>
        <p:spPr>
          <a:xfrm>
            <a:off x="3183009" y="4507828"/>
            <a:ext cx="1388991" cy="1280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6" name="Text 130"/>
          <p:cNvSpPr/>
          <p:nvPr/>
        </p:nvSpPr>
        <p:spPr>
          <a:xfrm>
            <a:off x="3183009" y="4507828"/>
            <a:ext cx="13889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Waiting|InProgress|Done</a:t>
            </a:r>
            <a:endParaRPr lang="en-US" sz="800" dirty="0"/>
          </a:p>
        </p:txBody>
      </p:sp>
      <p:sp>
        <p:nvSpPr>
          <p:cNvPr id="137" name="Shape 131"/>
          <p:cNvSpPr/>
          <p:nvPr/>
        </p:nvSpPr>
        <p:spPr>
          <a:xfrm>
            <a:off x="259568" y="4670592"/>
            <a:ext cx="4399280" cy="4571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8" name="Shape 132"/>
          <p:cNvSpPr/>
          <p:nvPr/>
        </p:nvSpPr>
        <p:spPr>
          <a:xfrm>
            <a:off x="5285232" y="3060210"/>
            <a:ext cx="356616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0" name="Text 133"/>
          <p:cNvSpPr/>
          <p:nvPr/>
        </p:nvSpPr>
        <p:spPr>
          <a:xfrm>
            <a:off x="5705856" y="306021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141" name="Shape 134"/>
          <p:cNvSpPr/>
          <p:nvPr/>
        </p:nvSpPr>
        <p:spPr>
          <a:xfrm>
            <a:off x="5285232" y="3462546"/>
            <a:ext cx="3566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2" name="Shape 135"/>
          <p:cNvSpPr/>
          <p:nvPr/>
        </p:nvSpPr>
        <p:spPr>
          <a:xfrm>
            <a:off x="5358384" y="3526554"/>
            <a:ext cx="2560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3" name="Text 136"/>
          <p:cNvSpPr/>
          <p:nvPr/>
        </p:nvSpPr>
        <p:spPr>
          <a:xfrm>
            <a:off x="5358384" y="352655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44" name="Text 137"/>
          <p:cNvSpPr/>
          <p:nvPr/>
        </p:nvSpPr>
        <p:spPr>
          <a:xfrm>
            <a:off x="5669280" y="3462546"/>
            <a:ext cx="1961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45" name="Shape 138"/>
          <p:cNvSpPr/>
          <p:nvPr/>
        </p:nvSpPr>
        <p:spPr>
          <a:xfrm>
            <a:off x="8119872" y="3526554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6" name="Text 139"/>
          <p:cNvSpPr/>
          <p:nvPr/>
        </p:nvSpPr>
        <p:spPr>
          <a:xfrm>
            <a:off x="8119872" y="352655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47" name="Shape 140"/>
          <p:cNvSpPr/>
          <p:nvPr/>
        </p:nvSpPr>
        <p:spPr>
          <a:xfrm>
            <a:off x="5285232" y="3791730"/>
            <a:ext cx="356616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8" name="Shape 141"/>
          <p:cNvSpPr/>
          <p:nvPr/>
        </p:nvSpPr>
        <p:spPr>
          <a:xfrm>
            <a:off x="5358384" y="3855738"/>
            <a:ext cx="256032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9" name="Text 142"/>
          <p:cNvSpPr/>
          <p:nvPr/>
        </p:nvSpPr>
        <p:spPr>
          <a:xfrm>
            <a:off x="5358384" y="385573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50" name="Text 143"/>
          <p:cNvSpPr/>
          <p:nvPr/>
        </p:nvSpPr>
        <p:spPr>
          <a:xfrm>
            <a:off x="5669280" y="3791730"/>
            <a:ext cx="1961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100" dirty="0"/>
          </a:p>
        </p:txBody>
      </p:sp>
      <p:sp>
        <p:nvSpPr>
          <p:cNvPr id="151" name="Shape 144"/>
          <p:cNvSpPr/>
          <p:nvPr/>
        </p:nvSpPr>
        <p:spPr>
          <a:xfrm>
            <a:off x="8119872" y="3855738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2" name="Text 145"/>
          <p:cNvSpPr/>
          <p:nvPr/>
        </p:nvSpPr>
        <p:spPr>
          <a:xfrm>
            <a:off x="8119872" y="385573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53" name="Shape 146"/>
          <p:cNvSpPr/>
          <p:nvPr/>
        </p:nvSpPr>
        <p:spPr>
          <a:xfrm>
            <a:off x="5285232" y="4120914"/>
            <a:ext cx="3566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4" name="Shape 147"/>
          <p:cNvSpPr/>
          <p:nvPr/>
        </p:nvSpPr>
        <p:spPr>
          <a:xfrm>
            <a:off x="5358384" y="4184922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5" name="Text 148"/>
          <p:cNvSpPr/>
          <p:nvPr/>
        </p:nvSpPr>
        <p:spPr>
          <a:xfrm>
            <a:off x="5669280" y="4120914"/>
            <a:ext cx="1961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/ message</a:t>
            </a:r>
            <a:endParaRPr lang="en-US" sz="1100" dirty="0"/>
          </a:p>
        </p:txBody>
      </p:sp>
      <p:sp>
        <p:nvSpPr>
          <p:cNvPr id="156" name="Shape 149"/>
          <p:cNvSpPr/>
          <p:nvPr/>
        </p:nvSpPr>
        <p:spPr>
          <a:xfrm>
            <a:off x="8119872" y="4184922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7" name="Text 150"/>
          <p:cNvSpPr/>
          <p:nvPr/>
        </p:nvSpPr>
        <p:spPr>
          <a:xfrm>
            <a:off x="8119872" y="418492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00" dirty="0"/>
          </a:p>
        </p:txBody>
      </p:sp>
      <p:sp>
        <p:nvSpPr>
          <p:cNvPr id="158" name="Shape 151"/>
          <p:cNvSpPr/>
          <p:nvPr/>
        </p:nvSpPr>
        <p:spPr>
          <a:xfrm>
            <a:off x="5285232" y="4450098"/>
            <a:ext cx="3566160" cy="32918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9" name="Shape 152"/>
          <p:cNvSpPr/>
          <p:nvPr/>
        </p:nvSpPr>
        <p:spPr>
          <a:xfrm>
            <a:off x="5358384" y="4514106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0" name="Text 153"/>
          <p:cNvSpPr/>
          <p:nvPr/>
        </p:nvSpPr>
        <p:spPr>
          <a:xfrm>
            <a:off x="5669280" y="4450098"/>
            <a:ext cx="1961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161" name="Shape 154"/>
          <p:cNvSpPr/>
          <p:nvPr/>
        </p:nvSpPr>
        <p:spPr>
          <a:xfrm>
            <a:off x="8119872" y="4514106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2" name="Text 155"/>
          <p:cNvSpPr/>
          <p:nvPr/>
        </p:nvSpPr>
        <p:spPr>
          <a:xfrm>
            <a:off x="8119872" y="451410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800" dirty="0"/>
          </a:p>
        </p:txBody>
      </p:sp>
      <p:sp>
        <p:nvSpPr>
          <p:cNvPr id="163" name="Shape 156"/>
          <p:cNvSpPr/>
          <p:nvPr/>
        </p:nvSpPr>
        <p:spPr>
          <a:xfrm>
            <a:off x="5285232" y="4779282"/>
            <a:ext cx="3566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4" name="Shape 157"/>
          <p:cNvSpPr/>
          <p:nvPr/>
        </p:nvSpPr>
        <p:spPr>
          <a:xfrm>
            <a:off x="5358384" y="4843290"/>
            <a:ext cx="256032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5" name="Text 158"/>
          <p:cNvSpPr/>
          <p:nvPr/>
        </p:nvSpPr>
        <p:spPr>
          <a:xfrm>
            <a:off x="5669280" y="4779282"/>
            <a:ext cx="19613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is_read</a:t>
            </a:r>
            <a:endParaRPr lang="en-US" sz="1100" dirty="0"/>
          </a:p>
        </p:txBody>
      </p:sp>
      <p:sp>
        <p:nvSpPr>
          <p:cNvPr id="166" name="Shape 159"/>
          <p:cNvSpPr/>
          <p:nvPr/>
        </p:nvSpPr>
        <p:spPr>
          <a:xfrm>
            <a:off x="8119872" y="4843290"/>
            <a:ext cx="658368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7" name="Text 160"/>
          <p:cNvSpPr/>
          <p:nvPr/>
        </p:nvSpPr>
        <p:spPr>
          <a:xfrm>
            <a:off x="8119872" y="484329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TINYINT</a:t>
            </a:r>
            <a:endParaRPr lang="en-US" sz="800" dirty="0"/>
          </a:p>
        </p:txBody>
      </p:sp>
      <p:sp>
        <p:nvSpPr>
          <p:cNvPr id="168" name="Shape 161"/>
          <p:cNvSpPr/>
          <p:nvPr/>
        </p:nvSpPr>
        <p:spPr>
          <a:xfrm>
            <a:off x="5285232" y="5108466"/>
            <a:ext cx="356616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21208" y="950976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21208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🔐</a:t>
            </a:r>
          </a:p>
        </p:txBody>
      </p:sp>
      <p:sp>
        <p:nvSpPr>
          <p:cNvPr id="7" name="Text 5"/>
          <p:cNvSpPr/>
          <p:nvPr/>
        </p:nvSpPr>
        <p:spPr>
          <a:xfrm>
            <a:off x="1143000" y="9509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1572768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21208" y="16642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· bcrypt hashing · user / admin roles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749808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355848" y="950976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355848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🚗</a:t>
            </a:r>
          </a:p>
        </p:txBody>
      </p:sp>
      <p:sp>
        <p:nvSpPr>
          <p:cNvPr id="13" name="Text 11"/>
          <p:cNvSpPr/>
          <p:nvPr/>
        </p:nvSpPr>
        <p:spPr>
          <a:xfrm>
            <a:off x="3977640" y="9509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1572768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3355848" y="16642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· unique plates enforced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749808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190488" y="950976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6190488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📅</a:t>
            </a:r>
          </a:p>
        </p:txBody>
      </p:sp>
      <p:sp>
        <p:nvSpPr>
          <p:cNvPr id="19" name="Text 17"/>
          <p:cNvSpPr/>
          <p:nvPr/>
        </p:nvSpPr>
        <p:spPr>
          <a:xfrm>
            <a:off x="6812280" y="9509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Booking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0488" y="1572768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6190488" y="16642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only shows real free slots (server-side)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521208" y="303580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52120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25" name="Text 23"/>
          <p:cNvSpPr/>
          <p:nvPr/>
        </p:nvSpPr>
        <p:spPr>
          <a:xfrm>
            <a:off x="114300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1208" y="3657600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521208" y="374904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booking status · auto-sync on admin update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3355848" y="303580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35584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🔔</a:t>
            </a:r>
          </a:p>
        </p:txBody>
      </p:sp>
      <p:sp>
        <p:nvSpPr>
          <p:cNvPr id="31" name="Text 29"/>
          <p:cNvSpPr/>
          <p:nvPr/>
        </p:nvSpPr>
        <p:spPr>
          <a:xfrm>
            <a:off x="397764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55848" y="3657600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3355848" y="374904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messages · read/unread · WebSocket 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2834640"/>
            <a:ext cx="260604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6190488" y="303580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619048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🛠</a:t>
            </a:r>
          </a:p>
        </p:txBody>
      </p:sp>
      <p:sp>
        <p:nvSpPr>
          <p:cNvPr id="37" name="Text 35"/>
          <p:cNvSpPr/>
          <p:nvPr/>
        </p:nvSpPr>
        <p:spPr>
          <a:xfrm>
            <a:off x="681228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90488" y="3657600"/>
            <a:ext cx="22128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6190488" y="374904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bookings, cars, users, services in one 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 6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" y="950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booking disables car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53512" y="1499616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2953512" y="1499616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4680" y="749808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333756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33756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59352" y="950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/availability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1572768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free slots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88152" y="1499616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788152" y="1499616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9320" y="749808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617220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617220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93992" y="950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 &amp;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572768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6172200" y="16459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Greyed = booked / past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24712" y="3035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Service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502920" y="373075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IDs in service_ids[ 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53512" y="3584448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2953512" y="358444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54680" y="283464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959352" y="3035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/bookings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37560" y="3657600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3337560" y="373075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+ inserts to 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88152" y="3584448"/>
            <a:ext cx="173736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5788152" y="358444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89320" y="2834640"/>
            <a:ext cx="2606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3" name="Shape 41"/>
          <p:cNvSpPr/>
          <p:nvPr/>
        </p:nvSpPr>
        <p:spPr>
          <a:xfrm>
            <a:off x="6172200" y="301752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6172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93992" y="3035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Waiting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72200" y="3657600"/>
            <a:ext cx="2231136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6172200" y="373075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cars.status updated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Booking — Controller + Service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93776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01168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bookingController.ts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663440" cy="3749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updateBooking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async (req, res) =&gt; {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(req as any).user;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(user.role !==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).json({...});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Number(req.params.id);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BookingService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.updateBooking(
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 req.body
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res.json({ message: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"updated"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
};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658368"/>
            <a:ext cx="35204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394960" y="658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Admin-Editable Fields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658368"/>
            <a:ext cx="35204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394960" y="658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Admin-Editable Fields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12252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5532120" y="12252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5650992" y="1225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50992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→ In Progress → 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9110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5532120" y="19110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5650992" y="19110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50992" y="2185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labour hours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5968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5532120" y="25968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650992" y="2596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50992" y="2871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invoice (HUF)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32826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5532120" y="32826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650992" y="3282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0992" y="3557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workshop notes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3968496"/>
            <a:ext cx="32461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5532120" y="3968496"/>
            <a:ext cx="6400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5650992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note_to_client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50992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the customer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Login → Guard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93776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164592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authMiddleware.ts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663440" cy="3749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Registration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.hash(password,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Login: compare + sign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.compare(pw, hash);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.sign(
  { id: user.id, role: user.role },
  config.jwtSecret,
  { expiresIn: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"2h"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
);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Protected route guard
</a:t>
            </a: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.verify(parts[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secret);
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 as any).user = decoded;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{ id: 42, role: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658368"/>
            <a:ext cx="352044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394960" y="658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658368"/>
            <a:ext cx="3520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394960" y="658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1152144"/>
            <a:ext cx="31546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577840" y="11521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719072"/>
            <a:ext cx="3154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5577840" y="17190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12140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286000"/>
            <a:ext cx="31546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57784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jwt.sign({ id, role })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68833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852928"/>
            <a:ext cx="3154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577840" y="2852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→ localStorage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2552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419856"/>
            <a:ext cx="31546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5577840" y="3419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header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822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986784"/>
            <a:ext cx="3154680" cy="411480"/>
          </a:xfrm>
          <a:prstGeom prst="rect">
            <a:avLst/>
          </a:prstGeom>
          <a:solidFill>
            <a:srgbClr val="1A6B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5577840" y="39867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jwt.verify()  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20624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137160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229868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api/api.ts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2888" y="1229868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fetch wrapper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1472184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context/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5256" y="1714500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AuthContext.ts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5256" y="1956816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AuthProvider.tsx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34056" y="1956816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localStorage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2199132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components/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5256" y="2441448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Navbar.tsx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34056" y="2441448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role-aware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5256" y="2683764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Footer.tsx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926080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pages/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256" y="3168396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Dashboard.tsx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5256" y="3410712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AdminDashboard.tsx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256" y="3653028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NewBooking.tsx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895344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router/AppRouter.tsx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4137660"/>
            <a:ext cx="25603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utils/datetime.tsx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71323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4663440" y="71323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4828032" y="768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 wraps router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1133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user available anywhere via useContext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71907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4663440" y="171907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4828032" y="17739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2139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stay logged in for the 2h JWT lifetime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72491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Shape 31"/>
          <p:cNvSpPr/>
          <p:nvPr/>
        </p:nvSpPr>
        <p:spPr>
          <a:xfrm>
            <a:off x="4663440" y="272491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828032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reflects UI state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3145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?tab= param keeps the correct tab on refresh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730752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Shape 35"/>
          <p:cNvSpPr/>
          <p:nvPr/>
        </p:nvSpPr>
        <p:spPr>
          <a:xfrm>
            <a:off x="4663440" y="3730752"/>
            <a:ext cx="64008" cy="8778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4828032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flag guard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28032" y="41513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false logout flash on page reload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Key Routes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658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11480" y="1078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1078992"/>
            <a:ext cx="77724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1325880" y="1078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1005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005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account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4630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411480" y="15361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11480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1536192"/>
            <a:ext cx="77724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1325880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1463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4630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JWT token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9202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22"/>
          <p:cNvSpPr/>
          <p:nvPr/>
        </p:nvSpPr>
        <p:spPr>
          <a:xfrm>
            <a:off x="411480" y="1993392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411480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25880" y="1993392"/>
            <a:ext cx="777240" cy="25603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1325880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1920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/bookings/availability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19202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slots for date range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3774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411480" y="2450592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11480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25880" y="24505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1325880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40280" y="2377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377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bookings (admin: all)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8346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Shape 36"/>
          <p:cNvSpPr/>
          <p:nvPr/>
        </p:nvSpPr>
        <p:spPr>
          <a:xfrm>
            <a:off x="411480" y="29077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411480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25880" y="29077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1325880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0280" y="2834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2918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Shape 43"/>
          <p:cNvSpPr/>
          <p:nvPr/>
        </p:nvSpPr>
        <p:spPr>
          <a:xfrm>
            <a:off x="411480" y="3364992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6" name="Text 44"/>
          <p:cNvSpPr/>
          <p:nvPr/>
        </p:nvSpPr>
        <p:spPr>
          <a:xfrm>
            <a:off x="411480" y="3364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25880" y="3364992"/>
            <a:ext cx="77724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8" name="Text 46"/>
          <p:cNvSpPr/>
          <p:nvPr/>
        </p:nvSpPr>
        <p:spPr>
          <a:xfrm>
            <a:off x="1325880" y="3364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40280" y="3291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/bookings/:id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3291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/ cost / notes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37490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2" name="Shape 50"/>
          <p:cNvSpPr/>
          <p:nvPr/>
        </p:nvSpPr>
        <p:spPr>
          <a:xfrm>
            <a:off x="411480" y="3822192"/>
            <a:ext cx="7772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3" name="Text 51"/>
          <p:cNvSpPr/>
          <p:nvPr/>
        </p:nvSpPr>
        <p:spPr>
          <a:xfrm>
            <a:off x="41148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25880" y="38221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Text 53"/>
          <p:cNvSpPr/>
          <p:nvPr/>
        </p:nvSpPr>
        <p:spPr>
          <a:xfrm>
            <a:off x="132588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40280" y="3749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/bookings/:id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20640" y="37490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" y="4206240"/>
            <a:ext cx="850392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0" name="Text 58"/>
          <p:cNvSpPr/>
          <p:nvPr/>
        </p:nvSpPr>
        <p:spPr>
          <a:xfrm>
            <a:off x="411480" y="4279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25880" y="4279392"/>
            <a:ext cx="77724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2" name="Text 60"/>
          <p:cNvSpPr/>
          <p:nvPr/>
        </p:nvSpPr>
        <p:spPr>
          <a:xfrm>
            <a:off x="1325880" y="4279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40280" y="4206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20640" y="42062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user(s)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20040" y="466344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6" name="Shape 64"/>
          <p:cNvSpPr/>
          <p:nvPr/>
        </p:nvSpPr>
        <p:spPr>
          <a:xfrm>
            <a:off x="411480" y="4736592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7" name="Text 65"/>
          <p:cNvSpPr/>
          <p:nvPr/>
        </p:nvSpPr>
        <p:spPr>
          <a:xfrm>
            <a:off x="411480" y="4736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325880" y="4736592"/>
            <a:ext cx="777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9" name="Text 67"/>
          <p:cNvSpPr/>
          <p:nvPr/>
        </p:nvSpPr>
        <p:spPr>
          <a:xfrm>
            <a:off x="1325880" y="4736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40280" y="4663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/notifications/:id/read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120640" y="4663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read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🔒</a:t>
            </a:r>
          </a:p>
        </p:txBody>
      </p:sp>
      <p:sp>
        <p:nvSpPr>
          <p:cNvPr id="7" name="Text 5"/>
          <p:cNvSpPr/>
          <p:nvPr/>
        </p:nvSpPr>
        <p:spPr>
          <a:xfrm>
            <a:off x="1143000" y="932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bcrypt.hash(pw, 10)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 never stored. DB leak = no immediate exposure.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892040" y="9326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89204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🔑</a:t>
            </a:r>
          </a:p>
        </p:txBody>
      </p:sp>
      <p:sp>
        <p:nvSpPr>
          <p:cNvPr id="14" name="Text 12"/>
          <p:cNvSpPr/>
          <p:nvPr/>
        </p:nvSpPr>
        <p:spPr>
          <a:xfrm>
            <a:off x="5532120" y="932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5544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expiresIn: '2h'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hold { id, role }. Secret loaded from .env only.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502920" y="29900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5029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👤</a:t>
            </a:r>
          </a:p>
        </p:txBody>
      </p:sp>
      <p:sp>
        <p:nvSpPr>
          <p:cNvPr id="21" name="Text 19"/>
          <p:cNvSpPr/>
          <p:nvPr/>
        </p:nvSpPr>
        <p:spPr>
          <a:xfrm>
            <a:off x="114300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req.user.role === 'admin'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enforces rules. Frontend menu hiding is cosmetic only.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072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4892040" y="2990088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48920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🛡</a:t>
            </a:r>
          </a:p>
        </p:txBody>
      </p:sp>
      <p:sp>
        <p:nvSpPr>
          <p:cNvPr id="28" name="Text 26"/>
          <p:cNvSpPr/>
          <p:nvPr/>
        </p:nvSpPr>
        <p:spPr>
          <a:xfrm>
            <a:off x="553212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611880"/>
            <a:ext cx="374904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49834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db.execute(sql, [values])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use parameterised placeholders. No string concatenation.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02920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2532888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532888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62856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562856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62856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Route Groups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92824" y="658368"/>
            <a:ext cx="1737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592824" y="731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92824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377440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2468880" y="2377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7 · Tailwind CSS 4 · React Router 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89504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20040" y="28895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2889504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2468880" y="28895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5 · TypeScript · WebSocket (ws)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01568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320040" y="3401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3401568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2468880" y="34015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 (2h) · bcrypt (salt 10)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13632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320040" y="3913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913632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2468880" y="39136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mysql2/promise pool · Raw SQL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425696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320040" y="44256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4425696"/>
            <a:ext cx="64922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2468880" y="44256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Discord · VS Code · nodemon · tsx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— Cypress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35204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92608" y="658368"/>
            <a:ext cx="35204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 E2E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98648" y="768096"/>
            <a:ext cx="80467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898648" y="7680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225296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20624" y="138074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20624" y="1380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2252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navigation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137160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410712" y="1371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1847088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420624" y="2002536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420624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8470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1993392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3410712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2468880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420624" y="2624328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20624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24688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 (auth)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2615184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3410712" y="2615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3090672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Shape 26"/>
          <p:cNvSpPr/>
          <p:nvPr/>
        </p:nvSpPr>
        <p:spPr>
          <a:xfrm>
            <a:off x="420624" y="3246120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20624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3090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(admin)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10712" y="3236976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3410712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" y="3712464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32"/>
          <p:cNvSpPr/>
          <p:nvPr/>
        </p:nvSpPr>
        <p:spPr>
          <a:xfrm>
            <a:off x="420624" y="3867912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420624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" y="37124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&amp; Footer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0712" y="3858768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3410712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" y="4334256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Shape 38"/>
          <p:cNvSpPr/>
          <p:nvPr/>
        </p:nvSpPr>
        <p:spPr>
          <a:xfrm>
            <a:off x="420624" y="448970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42062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" y="43342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login flow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10712" y="448056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3410712" y="4480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33088" y="658368"/>
            <a:ext cx="35204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6" name="Shape 44"/>
          <p:cNvSpPr/>
          <p:nvPr/>
        </p:nvSpPr>
        <p:spPr>
          <a:xfrm>
            <a:off x="4133088" y="658368"/>
            <a:ext cx="352044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4297680" y="658368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API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739128" y="768096"/>
            <a:ext cx="80467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Text 47"/>
          <p:cNvSpPr/>
          <p:nvPr/>
        </p:nvSpPr>
        <p:spPr>
          <a:xfrm>
            <a:off x="6739128" y="7680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33088" y="1225296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1" name="Shape 49"/>
          <p:cNvSpPr/>
          <p:nvPr/>
        </p:nvSpPr>
        <p:spPr>
          <a:xfrm>
            <a:off x="4261104" y="138074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2" name="Text 50"/>
          <p:cNvSpPr/>
          <p:nvPr/>
        </p:nvSpPr>
        <p:spPr>
          <a:xfrm>
            <a:off x="4261104" y="1380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90288" y="12252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51192" y="137160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Text 53"/>
          <p:cNvSpPr/>
          <p:nvPr/>
        </p:nvSpPr>
        <p:spPr>
          <a:xfrm>
            <a:off x="7251192" y="1371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33088" y="1847088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7" name="Shape 55"/>
          <p:cNvSpPr/>
          <p:nvPr/>
        </p:nvSpPr>
        <p:spPr>
          <a:xfrm>
            <a:off x="4261104" y="2002536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8" name="Text 56"/>
          <p:cNvSpPr/>
          <p:nvPr/>
        </p:nvSpPr>
        <p:spPr>
          <a:xfrm>
            <a:off x="4261104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90288" y="18470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251192" y="1993392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1" name="Text 59"/>
          <p:cNvSpPr/>
          <p:nvPr/>
        </p:nvSpPr>
        <p:spPr>
          <a:xfrm>
            <a:off x="7251192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33088" y="2468880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3" name="Shape 61"/>
          <p:cNvSpPr/>
          <p:nvPr/>
        </p:nvSpPr>
        <p:spPr>
          <a:xfrm>
            <a:off x="4261104" y="2624328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4" name="Text 62"/>
          <p:cNvSpPr/>
          <p:nvPr/>
        </p:nvSpPr>
        <p:spPr>
          <a:xfrm>
            <a:off x="4261104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90288" y="24688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endpoints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251192" y="2615184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7" name="Text 65"/>
          <p:cNvSpPr/>
          <p:nvPr/>
        </p:nvSpPr>
        <p:spPr>
          <a:xfrm>
            <a:off x="7251192" y="2615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33088" y="3090672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9" name="Shape 67"/>
          <p:cNvSpPr/>
          <p:nvPr/>
        </p:nvSpPr>
        <p:spPr>
          <a:xfrm>
            <a:off x="4261104" y="3246120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0" name="Text 68"/>
          <p:cNvSpPr/>
          <p:nvPr/>
        </p:nvSpPr>
        <p:spPr>
          <a:xfrm>
            <a:off x="4261104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90288" y="3090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endpoints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251192" y="3236976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3" name="Text 71"/>
          <p:cNvSpPr/>
          <p:nvPr/>
        </p:nvSpPr>
        <p:spPr>
          <a:xfrm>
            <a:off x="7251192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133088" y="3712464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5" name="Shape 73"/>
          <p:cNvSpPr/>
          <p:nvPr/>
        </p:nvSpPr>
        <p:spPr>
          <a:xfrm>
            <a:off x="4261104" y="3867912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6" name="Text 74"/>
          <p:cNvSpPr/>
          <p:nvPr/>
        </p:nvSpPr>
        <p:spPr>
          <a:xfrm>
            <a:off x="4261104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90288" y="37124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endpoints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51192" y="3858768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9" name="Text 77"/>
          <p:cNvSpPr/>
          <p:nvPr/>
        </p:nvSpPr>
        <p:spPr>
          <a:xfrm>
            <a:off x="7251192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133088" y="4334256"/>
            <a:ext cx="35204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1" name="Shape 79"/>
          <p:cNvSpPr/>
          <p:nvPr/>
        </p:nvSpPr>
        <p:spPr>
          <a:xfrm>
            <a:off x="4261104" y="4489704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2" name="Text 80"/>
          <p:cNvSpPr/>
          <p:nvPr/>
        </p:nvSpPr>
        <p:spPr>
          <a:xfrm>
            <a:off x="426110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90288" y="43342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endpoints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251192" y="4480560"/>
            <a:ext cx="27432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5" name="Text 83"/>
          <p:cNvSpPr/>
          <p:nvPr/>
        </p:nvSpPr>
        <p:spPr>
          <a:xfrm>
            <a:off x="7251192" y="4480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818120" y="658368"/>
            <a:ext cx="1024128" cy="475488"/>
          </a:xfrm>
          <a:prstGeom prst="rect">
            <a:avLst/>
          </a:prstGeom>
          <a:solidFill>
            <a:srgbClr val="2D9B59"/>
          </a:solidFill>
          <a:ln w="12700">
            <a:solidFill>
              <a:srgbClr val="2D9B5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7" name="Text 85"/>
          <p:cNvSpPr/>
          <p:nvPr/>
        </p:nvSpPr>
        <p:spPr>
          <a:xfrm>
            <a:off x="7818120" y="65836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818120" y="1261872"/>
            <a:ext cx="102412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9" name="Text 87"/>
          <p:cNvSpPr/>
          <p:nvPr/>
        </p:nvSpPr>
        <p:spPr>
          <a:xfrm>
            <a:off x="7818120" y="130759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600" dirty="0"/>
          </a:p>
        </p:txBody>
      </p:sp>
      <p:sp>
        <p:nvSpPr>
          <p:cNvPr id="90" name="Text 88"/>
          <p:cNvSpPr/>
          <p:nvPr/>
        </p:nvSpPr>
        <p:spPr>
          <a:xfrm>
            <a:off x="7818120" y="1792224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818120" y="2377440"/>
            <a:ext cx="102412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2" name="Text 90"/>
          <p:cNvSpPr/>
          <p:nvPr/>
        </p:nvSpPr>
        <p:spPr>
          <a:xfrm>
            <a:off x="7818120" y="2423160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93" name="Text 91"/>
          <p:cNvSpPr/>
          <p:nvPr/>
        </p:nvSpPr>
        <p:spPr>
          <a:xfrm>
            <a:off x="7818120" y="29077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818120" y="3493008"/>
            <a:ext cx="102412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5" name="Text 93"/>
          <p:cNvSpPr/>
          <p:nvPr/>
        </p:nvSpPr>
        <p:spPr>
          <a:xfrm>
            <a:off x="7818120" y="353872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96" name="Text 94"/>
          <p:cNvSpPr/>
          <p:nvPr/>
        </p:nvSpPr>
        <p:spPr>
          <a:xfrm>
            <a:off x="7818120" y="40233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8" name="Text 96"/>
          <p:cNvSpPr/>
          <p:nvPr/>
        </p:nvSpPr>
        <p:spPr>
          <a:xfrm>
            <a:off x="22860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flow tested end-to-end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246888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 CRUD + unique plates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470916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Availability &amp; booking lifecycle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949440" y="4818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401/403 on every protected route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405890" y="2788920"/>
            <a:ext cx="1115568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1405890" y="278892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31186" y="2788920"/>
            <a:ext cx="132588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2631186" y="27889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6794" y="2788920"/>
            <a:ext cx="905256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066794" y="278892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81778" y="2788920"/>
            <a:ext cx="1536192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5081778" y="27889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7698" y="2788920"/>
            <a:ext cx="1010412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6727698" y="2788920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84248" y="3246120"/>
            <a:ext cx="1220724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984248" y="3246120"/>
            <a:ext cx="122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4700" y="3246120"/>
            <a:ext cx="80010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3314700" y="3246120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24528" y="3246120"/>
            <a:ext cx="589788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224528" y="3246120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24044" y="3246120"/>
            <a:ext cx="905256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924044" y="324612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39028" y="3246120"/>
            <a:ext cx="1220724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939028" y="3246120"/>
            <a:ext cx="122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Szikora Bálint  ·  Borsos Imre  ·  Class 13/C  ·  Supervisor: Szilasi István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7aa24f1-5ba0-4b45-9ca0-cb710780616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F33BF45BA2D51468C049D7F49465F36" ma:contentTypeVersion="4" ma:contentTypeDescription="Új dokumentum létrehozása." ma:contentTypeScope="" ma:versionID="99230fe3e1de2d885706f7e7f862bcf2">
  <xsd:schema xmlns:xsd="http://www.w3.org/2001/XMLSchema" xmlns:xs="http://www.w3.org/2001/XMLSchema" xmlns:p="http://schemas.microsoft.com/office/2006/metadata/properties" xmlns:ns2="87aa24f1-5ba0-4b45-9ca0-cb710780616f" targetNamespace="http://schemas.microsoft.com/office/2006/metadata/properties" ma:root="true" ma:fieldsID="4c780e0772cac3b1fb0a258a91ebf9e8" ns2:_="">
    <xsd:import namespace="87aa24f1-5ba0-4b45-9ca0-cb710780616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aa24f1-5ba0-4b45-9ca0-cb710780616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FB089C-AE85-4BAC-BAE4-5BFE9D0D407E}">
  <ds:schemaRefs>
    <ds:schemaRef ds:uri="http://schemas.microsoft.com/office/2006/metadata/properties"/>
    <ds:schemaRef ds:uri="http://schemas.microsoft.com/office/infopath/2007/PartnerControls"/>
    <ds:schemaRef ds:uri="87aa24f1-5ba0-4b45-9ca0-cb710780616f"/>
  </ds:schemaRefs>
</ds:datastoreItem>
</file>

<file path=customXml/itemProps2.xml><?xml version="1.0" encoding="utf-8"?>
<ds:datastoreItem xmlns:ds="http://schemas.openxmlformats.org/officeDocument/2006/customXml" ds:itemID="{D3F967B8-B329-42F4-AC46-6119CD5826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6412E7-12CE-4533-B68C-9B4F43B5AC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aa24f1-5ba0-4b45-9ca0-cb71078061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1324</Words>
  <Application>Microsoft Office PowerPoint</Application>
  <PresentationFormat>Diavetítés a képernyőre (16:9 oldalarány)</PresentationFormat>
  <Paragraphs>405</Paragraphs>
  <Slides>15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Repair Shop</dc:title>
  <dc:subject>PptxGenJS Presentation</dc:subject>
  <dc:creator>Borsos Imre</dc:creator>
  <cp:lastModifiedBy>Szikora Bálint</cp:lastModifiedBy>
  <cp:revision>7</cp:revision>
  <dcterms:created xsi:type="dcterms:W3CDTF">2026-03-23T21:33:26Z</dcterms:created>
  <dcterms:modified xsi:type="dcterms:W3CDTF">2026-04-15T18:13:36Z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0x010100CF33BF45BA2D51468C049D7F49465F36</vt:lpwstr>
  </property>
</Properties>
</file>